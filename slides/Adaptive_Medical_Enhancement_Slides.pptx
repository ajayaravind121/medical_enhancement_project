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6459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29768" y="1261872"/>
            <a:ext cx="402336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Enhancement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Medical Images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Frequency-Aware Adaptive Filter Fusion with Iterative Quality Optimization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64008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Aravind Prakash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Computer Science · University of Wisconsin–Milwaukee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CS-712 Image Processing · Prof. Zeyun Yu · May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🩻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Images Have Noise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X-rays, ultrasounds &amp; MRIs contain noise that hides critical details like tumor edges, vessel walls, and tissue boundaries.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7889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Are Too Simple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76272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filters applied uniformly destroy edges when smoothing or amplify noise when sharpening. No method adapts to local image content.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14400"/>
            <a:ext cx="278892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 Optimization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176272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techniques use fixed, manually-chosen parameters. No existing system automatically finds the best enhancement per region.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"Instead of one filter for the whole image — automatically find the best filter combination for every region using image quality feedback"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08760" y="1892808"/>
            <a:ext cx="43891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6312" y="1554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496312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93392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Frequency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892808"/>
            <a:ext cx="43891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5384" y="1554480"/>
            <a:ext cx="685800" cy="685800"/>
          </a:xfrm>
          <a:prstGeom prst="ellipse">
            <a:avLst/>
          </a:prstGeom>
          <a:solidFill>
            <a:srgbClr val="1A6B3A"/>
          </a:solidFill>
          <a:ln/>
        </p:spPr>
      </p:sp>
      <p:sp>
        <p:nvSpPr>
          <p:cNvPr id="14" name="Text 12"/>
          <p:cNvSpPr/>
          <p:nvPr/>
        </p:nvSpPr>
        <p:spPr>
          <a:xfrm>
            <a:off x="4215384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12464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46904" y="1892808"/>
            <a:ext cx="43891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4456" y="155448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934456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31536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65976" y="1892808"/>
            <a:ext cx="43891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53528" y="1554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653528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50608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8412480" cy="1554480"/>
          </a:xfrm>
          <a:prstGeom prst="rect">
            <a:avLst/>
          </a:prstGeom>
          <a:solidFill>
            <a:srgbClr val="EB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10896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821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🔑 Innovation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FFT-based frequency analysis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patch as high/low/mixed frequency before filtering
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Content-aware starting weights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local patch characteristics (not manually set)
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Iterative Nelder-Mead optimization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SSIM score per patch automatically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Step 1–2: Patch Analysis via FFT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image into 16×16 pixel patches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2D FFT to each patch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78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52374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high-frequency vs low-frequency energy ratio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083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05409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patch: high-freq (edges) / low-freq (smooth) / mixed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5387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5844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mathematically-derived starting weights for each class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868680"/>
            <a:ext cx="3383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868680"/>
            <a:ext cx="73152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9418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High Frequency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 Region)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1463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20%  Gaussian: 10%  Sharpen: 70%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0" y="2103120"/>
            <a:ext cx="3383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10312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1762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Low Frequency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(Smooth Region)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30%  Gaussian: 60%  Sharpen: 10%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3337560"/>
            <a:ext cx="3383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3337560"/>
            <a:ext cx="73152" cy="11430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4107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Mixed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931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40%  Gaussian: 30%  Sharpen: 30%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Step 3–4: Iterative SSIM Optimization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3 Filters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(Median, Gaussian,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0"/>
            <a:ext cx="10058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972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Metric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 Score)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645920"/>
            <a:ext cx="10058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0972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Weights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(Nelder-Mead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00200" y="2286000"/>
            <a:ext cx="0" cy="4572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2743200"/>
            <a:ext cx="585216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2286000"/>
            <a:ext cx="0" cy="4572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</a:rPr>
              <a:t>Repeat until SSIM stops improving (convergence)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8412480" cy="1554480"/>
          </a:xfrm>
          <a:prstGeom prst="rect">
            <a:avLst/>
          </a:prstGeom>
          <a:solidFill>
            <a:srgbClr val="EB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91840"/>
            <a:ext cx="73152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64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Why This Is Critical Thinking (Not Standard Implementation)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approach: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manually picks weights (30% Gaussian + 50% Median + 20% Sharp) — subjective and suboptimal
</a:t>
            </a:r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automatically discovers optimal weights per patch using mathematical optimization guided by SSIM quality metric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Connection to Course Material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4124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Lecture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078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Frequency Domain Filtering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078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patch analysis — classify high vs low frequency content per region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412480" cy="685800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664208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Lecture 13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Image Smoothing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filter in fusion bank — smooth low-frequency / noisy regions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84124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414016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786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Lecture 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Image Sharpening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578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masking in fusion bank — enhance high-frequency edge regions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63824"/>
            <a:ext cx="8412480" cy="685800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163824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284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Lecture 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328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Noise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33284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for noise removal — handle salt &amp; pepper and Gaussian noise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13632"/>
            <a:ext cx="84124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913632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782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Lecture 19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40782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Edge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23360" y="40782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edge strength used to derive content-aware starting weights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This project directly applies and extends concepts from 5 course lectures into a unified novel system.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Experimental Results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41248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Our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Filter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Filter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Unsharp 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Note: Results shown on BUSI medical image dataset. Higher PSNR and SSIM = better. Lower MSE = better.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Our method outperforms all baselines by 4+ dB PSNR and 0.09+ SSIM improvement.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Future Work &amp; Real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🔭 Future Enhancements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4356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Deep Learning 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weight optimizer with a small CNN that predicts optimal weights directly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1854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3D Medical Images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4597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MRI/CT scan volumes — apply across depth slices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91693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9352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GPU Acceleration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2095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patch processing using CUDA for real-time clinical use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6674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3685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Disease-Specific 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9593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separately for TB, breast cancer, pneumonia detection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🌍 Real World Applications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4173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1435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Hospital Radiology Systems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709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for PACS workstations — auto-enhance X-rays before radiologist review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16712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12080" y="2185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Portable Ultrasound Devices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459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embedded chip in low-cost rural clinic ultrasound machines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91693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212080" y="29352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Telemedicine Platforms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2095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compressed images sent over internet for remote diagnosis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66674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12080" y="3685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AI Diagnostic Pipeline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9593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enhanced images → higher accuracy cancer detection AI models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594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1155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1430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novel Frequency-Aware Adaptive Filter Fusion system for medical image enhancement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7315200" cy="594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8013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FFT-based patch classification + content-aware weight initialization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7315200" cy="594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4871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514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SSIM optimization automatically discovers optimal filter weights per region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154680"/>
            <a:ext cx="7315200" cy="594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1729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Gaussian, Median, CLAHE, and Unsharp Mask baselines on all metrics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840480"/>
            <a:ext cx="7315200" cy="59436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8587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8862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potential in hospital systems, telemedicine, and portable devices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Thank You | Questions Welcome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92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Gonzalez, R.C. &amp; Woods, R.E. (2018). Digital Image Processing, 4th Ed. Pearson. [Course Textbook]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08176"/>
            <a:ext cx="8412480" cy="438912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63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Wang, Z. et al. (2004). Image Quality Assessment: From Error Visibility to Structural Similarity. IEEE Trans. Image Processing.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9568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Tomasi, C. &amp; Manduchi, R. (1998). Bilateral Filtering for Gray and Color Images. ICCV.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8412480" cy="438912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50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Polesel, A. et al. (2000). Image Enhancement via Adaptive Unsharp Masking. IEEE Trans. Image Processing.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89504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944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Virtanen, P. et al. (2020). SciPy 1.0: Fundamental Algorithms for Scientific Computing in Python. Nature Methods.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8412480" cy="438912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438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Al-Dhabyani, W. et al. (2020). Dataset of Breast Ultrasound Images (BUSI). Data in Brief.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77056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Nelder, J.A. &amp; Mead, R. (1965). A Simplex Method for Function Minimization. Computer Journal. [Optimization method used]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370832"/>
            <a:ext cx="8412480" cy="438912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4256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Burt, P.J. &amp; Adelson, E.H. (1983). The Laplacian Pyramid as a Compact Image Code. IEEE Trans. Communications.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CS-712 Image Processing | UW-Milwaukee |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Medical Image Enhancement</dc:title>
  <dc:subject>PptxGenJS Presentation</dc:subject>
  <dc:creator>Ajay Aravind Prakash</dc:creator>
  <cp:lastModifiedBy>Ajay Aravind Prakash</cp:lastModifiedBy>
  <cp:revision>1</cp:revision>
  <dcterms:created xsi:type="dcterms:W3CDTF">2026-05-04T19:36:36Z</dcterms:created>
  <dcterms:modified xsi:type="dcterms:W3CDTF">2026-05-04T19:36:36Z</dcterms:modified>
</cp:coreProperties>
</file>